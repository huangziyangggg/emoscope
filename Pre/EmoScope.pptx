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8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atGPT Image 2026年6月17日 15_22_49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6月17日 15_22_50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6月17日 15_22_50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6月17日 15_22_51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6月17日 15_22_51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6月17日 15_22_52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6月17日 15_22_52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6月17日 15_22_53 (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6月17日 15_22_53 (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6月17日 15_22_54 (1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黄子扬</cp:lastModifiedBy>
  <cp:revision>165</cp:revision>
  <dcterms:created xsi:type="dcterms:W3CDTF">2026-06-17T07:24:04Z</dcterms:created>
  <dcterms:modified xsi:type="dcterms:W3CDTF">2026-06-17T07:24:04Z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FEFA67A2FB70A0AC6549326A260BB4D2_41</vt:lpwstr>
  </property>
</Properties>
</file>